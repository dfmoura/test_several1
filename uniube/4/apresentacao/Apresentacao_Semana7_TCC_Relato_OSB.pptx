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2B4C"/>
                </a:solidFill>
                <a:latin typeface="Calibri"/>
              </a:rPr>
              <a:t>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Trabalho de Conclusão de Curso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Relato de Experiência do Projeto Integrado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Sistema de informação de apoio ao Observatório Social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do Brasil em Uberlândia: coleta, consulta e análise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de licitações públicas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Diogo Ferreira Moura - RA 1030125-2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Sistemas de Informação - Polo Uberlândia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Universidade de Uberaba - 2026/1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99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https://licitacoes.osbrasiluberlandia.org/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Introdução: organização parceira e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Contexto da ação extensionista (roteiro ACQA Semana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91440" cy="484632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ORGANIZAÇÃO PARCEIRA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Observatório Social do Brasil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de Uberlândia / MG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OSC apartidária, sem fins lucrativos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Acompanha licitações dos órgãos municipais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Unidade local desde 2015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Contato operacional: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Marco Aurélio Freitas Santos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Ponte institucional: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Lécia Queiroz (CDL Uberlândia)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91440" cy="484632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PROBLEMA DA ENTIDADE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Não faltava dado público.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 que pesava era a coleta manual.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Toda semana: portal -&gt; planilha Cronograma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-&gt; só depois analisar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Fontes em recortes diferentes: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Power BI da PMU, Comprasnet e PNCP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 pedido foi claro: uma ferramenta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de apoio. Não foi curso nem oficina.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Foi software para a rotina deles.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Proposta de intervenção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O que foi feito e para 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07A0C"/>
                </a:solidFill>
                <a:latin typeface="Calibri"/>
              </a:rPr>
              <a:t>OBJETIVO GERAL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Desenvolver, implantar e disponibilizar um sistema de informação de apoio à coleta, consulta e análise das licitações, com custo compatível com uma OSC sem equipe de 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Identificar a rotina,
a planilha e o cenário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Construir o sistema
com as fontes oficiais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Colocar em uso no
domínio da entidade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Registrar evidências
e retorno da equipe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2B4C"/>
                </a:solidFill>
                <a:latin typeface="Calibri"/>
              </a:rPr>
              <a:t>Sistema em produção: https://licitacoes.osbrasiluberlandia.org/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A2B4C"/>
                </a:solidFill>
                <a:latin typeface="Calibri"/>
              </a:rPr>
              <a:t>Até quatro contas (1 admin e 3 de consulta).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Metodologia: material e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Como a ação foi conduzida (maio a agosto de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Convívio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Reuniões quase
toda semana
na ACIUB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Incremental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Cada fatia só
avançava se a
anterior já servia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Implantação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VM AWS free tier
Docker Compose
domínio do OSB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Oferta formal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ACIUB: 30 min
Teams sede: 1h30
sistema no 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Material utilizado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 GB RAM, 2 vCPU
região São Paulo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API e telas
no mesmo serviço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59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arquivo local
com backup diário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Compose em
produção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Fontes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CSV Power BI PMU
e API Compras.gov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Apresentação presencial na ACIUB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23/07/2026 - dirigentes da ACIUB, do OSB e Procuradoria Geral do Município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5715000" cy="50292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apresentacao_aciub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7325"/>
            <a:ext cx="5440680" cy="4080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26364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Demonstracao do sistema (tela Setup) na sala da ACIUB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15000" cy="50292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apresentacao_aciub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57325"/>
            <a:ext cx="5440680" cy="40805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626364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Registro do grupo apos a apresentacao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Arquitetura e 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Desenho do sistema (evidência técnica)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4222"/>
            <a:ext cx="5394960" cy="27067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Arquitetura do sistema de apoio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57784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7459"/>
            <a:ext cx="5303520" cy="23802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217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Fluxo de coleta e consulta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Evidências do sistema em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Prints das telas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tela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66010"/>
            <a:ext cx="3474720" cy="2171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Tela de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tela_mapa_homolog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617048"/>
            <a:ext cx="3474720" cy="1669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Mapa de homologados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tela_cnpjs_venced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622540"/>
            <a:ext cx="3474720" cy="1658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CNPJs vencedores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Resultados e retorno da entidade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Volume carregado e o que a equipe pediu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1.215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processos municipais
no recorte de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+36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linhas de gestores
e fiscais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ACIUB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dirigentes ACIUB/OSB
e Procuradoria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apresentações
formais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"Seria possível extrairmos estatísticas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de participação... histórias que empresas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participam para favorecer uma e vão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fazendo rodízio nas vitórias."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Marco Aurélio (OSB), WhatsApp, 11/06/2026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"Que legal! O Marco tem me informado,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ele está muito contente com os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resultados!"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Lécia Queiroz (CDL), WhatsApp, 15/07/2026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Ganho indireto: a equipe passou a saber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o que é uma API e que ela já existia.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O que ficou, o que limita e o que segue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91440" cy="489204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O que ficou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Sistema no ar, no domínio deles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Consulta sem começar pela Cronograma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Equipe entendeu o que é API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Pediram ajuste (filtro por porte)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Convite a voluntariado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91440" cy="48920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Limites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Free tier da AWS até jan/2027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Se a API Compras.gov para,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só esse módulo deixa de atualizar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Estudo de rodízio ainda parcial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Frente dos vereadores ficou de fora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91440" cy="4892040"/>
          </a:xfrm>
          <a:prstGeom prst="rect">
            <a:avLst/>
          </a:prstGeom>
          <a:solidFill>
            <a:srgbClr val="3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Próximos passos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Formalizar voluntariado depois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da faculdade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Usar menos a planilha Cronograma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Medir o tempo do quadrimestre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Decidir hospedagem após 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Referências e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Seleção das obras usadas no relatório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685800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C"/>
                </a:solidFill>
                <a:latin typeface="Calibri"/>
              </a:rPr>
              <a:t>Referências (seleção)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GIL, A. C. Como elaborar projetos de pesquisa. 7. ed. Atlas, 2022.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LAUDON, K.; LAUDON, J. Sistemas de informação gerenciais. 11. ed. Pearson, 2014.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MOREIRA et al. Qualidade na recuperação de dados governamentais. Perspec. Ciênc. Inf., 2020.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PINHO; SACRAMENTO. Accountability: já podemos traduzi-la? RAP, 2009.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PRESSMAN; MAXIM. Engenharia de software. 9. ed. AMGH, 2021.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SILVA. Potencial de reúso de dados abertos (DGABr). Em Questão, 2024.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YIN, R. K. Estudo de caso. 5. ed. Bookman, 2015.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ABNT NBR 14724, 6023 e 10520.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493776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
Diogo Ferreira Moura
RA 1030125-2
</a:t>
            </a:r>
          </a:p>
          <a:p>
            <a:pPr algn="ctr"/>
            <a:r>
              <a:rPr sz="1200" b="0">
                <a:solidFill>
                  <a:srgbClr val="B07A0C"/>
                </a:solidFill>
                <a:latin typeface="Calibri"/>
              </a:rPr>
              <a:t>licitacoes.osbrasiluberlandia.org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